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76073-8708-4B62-ABD6-E6065FF76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2094D-98EB-40AD-A68A-810311885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DCF8-BF0C-490C-B3B3-8EC3469F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BC8E-87F3-4A82-983E-0B461FB9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1BA64-B579-4621-8F45-84B312C8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2885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9F8C-2173-44CE-B580-1AA1AB47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8BE4-F563-4F8F-B2A6-C3E5F9BF6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CC33E-5ABF-4951-A5D3-928C7D9D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CD141-C076-4624-A075-7766280C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6E76B-AF9C-4F70-80FC-B05DC443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6323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0C3C7-38F7-4BDD-9930-F87C6D76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4ADA3-B13A-430A-9B77-25AE6177C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1ADE-F5F8-4F52-A31D-994FE65E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92C44-1549-406A-B4FD-15D3A9B13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0F7C0-DD11-45A8-9E45-64AD6493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0713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FB72-4809-4AF6-8709-98347B40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2B383-3A56-49B5-B238-D217BAA2C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C84BD-A91A-48CB-9600-92C599E34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7EAF-BA95-4D74-8175-2F66468C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C616B-BF8E-41D6-8430-53404E4A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DE82C-67B7-48BB-A446-BF691F19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007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EFD4-26F9-4E6E-BB0D-33C9C3BD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565B-77B0-4263-8B79-C9EA29F55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C10CE-9568-492D-93AC-79002805B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6DF28-7859-4902-BCC2-5E3884982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0F2F9-1D91-473A-994C-437AAE682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EE10B-FF6E-46B2-B67B-57FC904E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6ED35-5634-4DB1-AA5C-1C4CD1E8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1A6D32-42A0-4472-B01E-CDC421F0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8708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8536-1B1B-4B3D-B454-0DFD4FB8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9B234-D98B-4C7F-BD7B-F9AD77C7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43420-7379-4748-A8F7-B59F1273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7ED52-34F4-44F3-9408-A5441042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7365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5FAB7-A0C1-4C74-A01E-5605367D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5ECDE-3604-4A21-832B-AC105F721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23FF0-F551-468D-8507-D16AD0EB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4958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8371-C88B-4611-8D10-0DFE33B6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5DD71-D7D5-4396-9F9F-E74A7F7C6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DF151-6082-4F83-B9F2-7CAFFD0AA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98F79-AD0E-4C89-890F-7E22F6BD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33F18-873B-4175-B2C3-6140EB96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5DDE3-9463-4194-A3AB-36A91BC9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6452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08ED-FE64-4A69-B446-0B8B5FFC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9943EC-D6E2-491F-8CF8-4AE2504FE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12178-3450-4B45-BC0B-B0E014D2B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581BE-5DC7-4EB0-98CC-D07113A9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DA583-84D6-4C8A-B2E7-FB94F756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7A00-4C8D-4CAE-BA69-999B898B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2452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AC4E-5E8B-43B4-B8D8-F96390CC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96A39-841B-4C8D-AE9A-0676F89A2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A2076-3E82-4E99-BEA3-A07B847F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3783A-0820-460C-A0F7-A3B442BB8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21229-4320-4E25-88BC-A80D48F7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634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561F9-BA80-4002-99B4-84EAE92FD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480EB-A7E1-4792-81C2-D338C5AD7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878AF-F7F1-4521-99A8-CB010157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86875-62BB-456F-9D39-4866D6D5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60822-FB8E-45D9-8BFF-0F56A511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0493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E08A2-70F3-48B3-B9EA-69B2C2D2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D970B-5112-4F56-8353-1B94C1C03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EA18F-4368-46FE-B03C-5A7EBFCA9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08764-C86D-4DBE-9E3A-50BC90B766E0}" type="datetimeFigureOut">
              <a:rPr lang="en-NG" smtClean="0"/>
              <a:t>13/05/2026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4478-2652-47B6-A3B0-AE0DE5B49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D7E83-FAAE-4BA4-A81C-B26017086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40E0B-02DC-41E0-BD76-09121F79B3B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4776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F87DD4-F9FB-4015-9EFA-1E782E811655}"/>
              </a:ext>
            </a:extLst>
          </p:cNvPr>
          <p:cNvSpPr/>
          <p:nvPr/>
        </p:nvSpPr>
        <p:spPr>
          <a:xfrm>
            <a:off x="581891" y="245763"/>
            <a:ext cx="10996551" cy="6388924"/>
          </a:xfrm>
          <a:prstGeom prst="roundRect">
            <a:avLst>
              <a:gd name="adj" fmla="val 216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E49EB3-7BAA-4EC8-8B96-4CBCBE1EF61E}"/>
              </a:ext>
            </a:extLst>
          </p:cNvPr>
          <p:cNvSpPr/>
          <p:nvPr/>
        </p:nvSpPr>
        <p:spPr>
          <a:xfrm>
            <a:off x="728663" y="432707"/>
            <a:ext cx="2057400" cy="6095754"/>
          </a:xfrm>
          <a:prstGeom prst="roundRect">
            <a:avLst>
              <a:gd name="adj" fmla="val 6598"/>
            </a:avLst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5A3C21D-0909-4406-8F9C-BA54716995E6}"/>
              </a:ext>
            </a:extLst>
          </p:cNvPr>
          <p:cNvSpPr/>
          <p:nvPr/>
        </p:nvSpPr>
        <p:spPr>
          <a:xfrm>
            <a:off x="4808588" y="267196"/>
            <a:ext cx="5029200" cy="404132"/>
          </a:xfrm>
          <a:prstGeom prst="round2Same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sz="24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E5ADD2-7B3B-4B76-8A9D-7E1CD77FEAD7}"/>
              </a:ext>
            </a:extLst>
          </p:cNvPr>
          <p:cNvGrpSpPr/>
          <p:nvPr/>
        </p:nvGrpSpPr>
        <p:grpSpPr>
          <a:xfrm>
            <a:off x="2957513" y="834623"/>
            <a:ext cx="8408193" cy="1114425"/>
            <a:chOff x="2957513" y="941783"/>
            <a:chExt cx="8408193" cy="11144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2C51BE-5027-4692-A0F7-9AA34EF755F6}"/>
                </a:ext>
              </a:extLst>
            </p:cNvPr>
            <p:cNvSpPr/>
            <p:nvPr/>
          </p:nvSpPr>
          <p:spPr>
            <a:xfrm>
              <a:off x="2957513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78AC85-C280-4ADB-B562-56D3D4B56A67}"/>
                </a:ext>
              </a:extLst>
            </p:cNvPr>
            <p:cNvSpPr/>
            <p:nvPr/>
          </p:nvSpPr>
          <p:spPr>
            <a:xfrm>
              <a:off x="5119688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32525B-0003-432D-9166-1162795E0796}"/>
                </a:ext>
              </a:extLst>
            </p:cNvPr>
            <p:cNvSpPr/>
            <p:nvPr/>
          </p:nvSpPr>
          <p:spPr>
            <a:xfrm>
              <a:off x="7281863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6918FB-0463-463A-B823-5A24B054D963}"/>
                </a:ext>
              </a:extLst>
            </p:cNvPr>
            <p:cNvSpPr/>
            <p:nvPr/>
          </p:nvSpPr>
          <p:spPr>
            <a:xfrm>
              <a:off x="9444038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468039-82B8-4D62-A520-39440972D9A6}"/>
              </a:ext>
            </a:extLst>
          </p:cNvPr>
          <p:cNvSpPr/>
          <p:nvPr/>
        </p:nvSpPr>
        <p:spPr>
          <a:xfrm>
            <a:off x="2871788" y="742950"/>
            <a:ext cx="8591549" cy="1328738"/>
          </a:xfrm>
          <a:prstGeom prst="roundRect">
            <a:avLst>
              <a:gd name="adj" fmla="val 645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DAC723-6980-45C2-852C-408C77F672F7}"/>
              </a:ext>
            </a:extLst>
          </p:cNvPr>
          <p:cNvSpPr/>
          <p:nvPr/>
        </p:nvSpPr>
        <p:spPr>
          <a:xfrm>
            <a:off x="2871788" y="2143123"/>
            <a:ext cx="8591549" cy="2178846"/>
          </a:xfrm>
          <a:prstGeom prst="roundRect">
            <a:avLst>
              <a:gd name="adj" fmla="val 47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3974FB-05D0-43E8-91F0-58FEE15DF7A2}"/>
              </a:ext>
            </a:extLst>
          </p:cNvPr>
          <p:cNvSpPr/>
          <p:nvPr/>
        </p:nvSpPr>
        <p:spPr>
          <a:xfrm>
            <a:off x="2871788" y="4399621"/>
            <a:ext cx="4250531" cy="2128840"/>
          </a:xfrm>
          <a:prstGeom prst="roundRect">
            <a:avLst>
              <a:gd name="adj" fmla="val 47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CDB6EE-7161-439A-8B65-F74E52484A9D}"/>
              </a:ext>
            </a:extLst>
          </p:cNvPr>
          <p:cNvSpPr/>
          <p:nvPr/>
        </p:nvSpPr>
        <p:spPr>
          <a:xfrm>
            <a:off x="7174676" y="4399621"/>
            <a:ext cx="4288661" cy="2128840"/>
          </a:xfrm>
          <a:prstGeom prst="roundRect">
            <a:avLst>
              <a:gd name="adj" fmla="val 47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31242-180A-4CD4-B2BC-7A50FA423A10}"/>
              </a:ext>
            </a:extLst>
          </p:cNvPr>
          <p:cNvSpPr txBox="1"/>
          <p:nvPr/>
        </p:nvSpPr>
        <p:spPr>
          <a:xfrm>
            <a:off x="2871788" y="2178111"/>
            <a:ext cx="280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Trend By Month</a:t>
            </a:r>
            <a:endParaRPr lang="en-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155681-63A6-46CB-AB26-507D69992FE9}"/>
              </a:ext>
            </a:extLst>
          </p:cNvPr>
          <p:cNvSpPr txBox="1"/>
          <p:nvPr/>
        </p:nvSpPr>
        <p:spPr>
          <a:xfrm>
            <a:off x="3150394" y="1579717"/>
            <a:ext cx="15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Revenue</a:t>
            </a:r>
            <a:endParaRPr lang="en-N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F8CD23-DB26-4463-ACD3-B3D049B25F07}"/>
              </a:ext>
            </a:extLst>
          </p:cNvPr>
          <p:cNvSpPr txBox="1"/>
          <p:nvPr/>
        </p:nvSpPr>
        <p:spPr>
          <a:xfrm>
            <a:off x="5312213" y="1559358"/>
            <a:ext cx="15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 Orders</a:t>
            </a:r>
            <a:endParaRPr lang="en-N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AA89F3-44BC-4AC3-802F-C3D5373638E2}"/>
              </a:ext>
            </a:extLst>
          </p:cNvPr>
          <p:cNvSpPr txBox="1"/>
          <p:nvPr/>
        </p:nvSpPr>
        <p:spPr>
          <a:xfrm>
            <a:off x="7474744" y="1577176"/>
            <a:ext cx="15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Discount</a:t>
            </a:r>
            <a:endParaRPr lang="en-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761FAA-0FE8-4601-8C6F-D31AF4D715B2}"/>
              </a:ext>
            </a:extLst>
          </p:cNvPr>
          <p:cNvSpPr txBox="1"/>
          <p:nvPr/>
        </p:nvSpPr>
        <p:spPr>
          <a:xfrm>
            <a:off x="9529762" y="1559358"/>
            <a:ext cx="177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Avg. Order Value</a:t>
            </a:r>
            <a:endParaRPr lang="en-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1A89EB-5BE6-4186-930C-6D35E07C07D2}"/>
              </a:ext>
            </a:extLst>
          </p:cNvPr>
          <p:cNvSpPr txBox="1"/>
          <p:nvPr/>
        </p:nvSpPr>
        <p:spPr>
          <a:xfrm>
            <a:off x="2882127" y="4388281"/>
            <a:ext cx="280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By Category</a:t>
            </a:r>
            <a:endParaRPr lang="en-N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46E0D-8FE1-4B7D-8AF0-1B0B72ABABC0}"/>
              </a:ext>
            </a:extLst>
          </p:cNvPr>
          <p:cNvSpPr txBox="1"/>
          <p:nvPr/>
        </p:nvSpPr>
        <p:spPr>
          <a:xfrm>
            <a:off x="7174675" y="4399620"/>
            <a:ext cx="303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 Method Breakdown</a:t>
            </a:r>
            <a:endParaRPr lang="en-NG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4755C06-4314-4EDD-B27B-59599A417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09" y="5504233"/>
            <a:ext cx="740729" cy="92106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0958E4A-A38C-4818-9E28-99CB05EBCE9D}"/>
              </a:ext>
            </a:extLst>
          </p:cNvPr>
          <p:cNvSpPr txBox="1"/>
          <p:nvPr/>
        </p:nvSpPr>
        <p:spPr>
          <a:xfrm>
            <a:off x="1583517" y="5421454"/>
            <a:ext cx="12287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Nurudeen O.</a:t>
            </a:r>
            <a:br>
              <a:rPr lang="en-US" sz="1500" dirty="0"/>
            </a:br>
            <a:r>
              <a:rPr lang="en-US" sz="1500" dirty="0"/>
              <a:t>Data Analyst</a:t>
            </a:r>
            <a:endParaRPr lang="en-NG" sz="15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12CB129-B26C-465E-9F5F-68A216900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073" y="5857553"/>
            <a:ext cx="609685" cy="60968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4ABD4B0-C016-4026-A95C-507D728B7202}"/>
              </a:ext>
            </a:extLst>
          </p:cNvPr>
          <p:cNvSpPr txBox="1"/>
          <p:nvPr/>
        </p:nvSpPr>
        <p:spPr>
          <a:xfrm>
            <a:off x="6156702" y="233020"/>
            <a:ext cx="330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alpha val="75000"/>
                  </a:schemeClr>
                </a:solidFill>
              </a:rPr>
              <a:t>Sales Overview</a:t>
            </a:r>
            <a:endParaRPr lang="en-NG" sz="240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D4A108-A1D4-4EB8-9A76-0866C4D03F56}"/>
              </a:ext>
            </a:extLst>
          </p:cNvPr>
          <p:cNvSpPr/>
          <p:nvPr/>
        </p:nvSpPr>
        <p:spPr>
          <a:xfrm>
            <a:off x="3236026" y="1332355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D72359C-1CFD-4D8C-A419-EAD015532FEE}"/>
              </a:ext>
            </a:extLst>
          </p:cNvPr>
          <p:cNvSpPr/>
          <p:nvPr/>
        </p:nvSpPr>
        <p:spPr>
          <a:xfrm>
            <a:off x="7571741" y="1319539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E1AFE29-8887-4E71-ACCB-AB9823C6CE55}"/>
              </a:ext>
            </a:extLst>
          </p:cNvPr>
          <p:cNvSpPr/>
          <p:nvPr/>
        </p:nvSpPr>
        <p:spPr>
          <a:xfrm>
            <a:off x="5436842" y="1330295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9C6F2E-F8F3-4A5F-9F9C-809B014DFB46}"/>
              </a:ext>
            </a:extLst>
          </p:cNvPr>
          <p:cNvSpPr txBox="1"/>
          <p:nvPr/>
        </p:nvSpPr>
        <p:spPr>
          <a:xfrm>
            <a:off x="3973117" y="1330295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18993C-8F4B-470F-8D74-52B5CC79C65E}"/>
              </a:ext>
            </a:extLst>
          </p:cNvPr>
          <p:cNvSpPr txBox="1"/>
          <p:nvPr/>
        </p:nvSpPr>
        <p:spPr>
          <a:xfrm>
            <a:off x="8273654" y="1332152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C68DBC-61AF-4D97-8B18-98E9B6592C74}"/>
              </a:ext>
            </a:extLst>
          </p:cNvPr>
          <p:cNvSpPr txBox="1"/>
          <p:nvPr/>
        </p:nvSpPr>
        <p:spPr>
          <a:xfrm>
            <a:off x="6156702" y="1327816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9521BE-8FBB-48E3-B791-50645DAE21D5}"/>
              </a:ext>
            </a:extLst>
          </p:cNvPr>
          <p:cNvSpPr txBox="1"/>
          <p:nvPr/>
        </p:nvSpPr>
        <p:spPr>
          <a:xfrm>
            <a:off x="10495167" y="1319539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CC90EB9-AB01-4BB9-9B8E-C3E825D1B8A8}"/>
              </a:ext>
            </a:extLst>
          </p:cNvPr>
          <p:cNvSpPr/>
          <p:nvPr/>
        </p:nvSpPr>
        <p:spPr>
          <a:xfrm>
            <a:off x="9782268" y="1319539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1520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F87DD4-F9FB-4015-9EFA-1E782E811655}"/>
              </a:ext>
            </a:extLst>
          </p:cNvPr>
          <p:cNvSpPr/>
          <p:nvPr/>
        </p:nvSpPr>
        <p:spPr>
          <a:xfrm>
            <a:off x="581891" y="245763"/>
            <a:ext cx="10996551" cy="6388924"/>
          </a:xfrm>
          <a:prstGeom prst="roundRect">
            <a:avLst>
              <a:gd name="adj" fmla="val 216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E49EB3-7BAA-4EC8-8B96-4CBCBE1EF61E}"/>
              </a:ext>
            </a:extLst>
          </p:cNvPr>
          <p:cNvSpPr/>
          <p:nvPr/>
        </p:nvSpPr>
        <p:spPr>
          <a:xfrm>
            <a:off x="728663" y="432707"/>
            <a:ext cx="2057400" cy="6095754"/>
          </a:xfrm>
          <a:prstGeom prst="roundRect">
            <a:avLst>
              <a:gd name="adj" fmla="val 6598"/>
            </a:avLst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5A3C21D-0909-4406-8F9C-BA54716995E6}"/>
              </a:ext>
            </a:extLst>
          </p:cNvPr>
          <p:cNvSpPr/>
          <p:nvPr/>
        </p:nvSpPr>
        <p:spPr>
          <a:xfrm>
            <a:off x="4808588" y="267196"/>
            <a:ext cx="5029200" cy="404132"/>
          </a:xfrm>
          <a:prstGeom prst="round2Same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sz="2400" b="1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E5ADD2-7B3B-4B76-8A9D-7E1CD77FEAD7}"/>
              </a:ext>
            </a:extLst>
          </p:cNvPr>
          <p:cNvGrpSpPr/>
          <p:nvPr/>
        </p:nvGrpSpPr>
        <p:grpSpPr>
          <a:xfrm>
            <a:off x="2957513" y="742951"/>
            <a:ext cx="8408193" cy="1086964"/>
            <a:chOff x="2957513" y="941783"/>
            <a:chExt cx="8408193" cy="11144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2C51BE-5027-4692-A0F7-9AA34EF755F6}"/>
                </a:ext>
              </a:extLst>
            </p:cNvPr>
            <p:cNvSpPr/>
            <p:nvPr/>
          </p:nvSpPr>
          <p:spPr>
            <a:xfrm>
              <a:off x="2957513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78AC85-C280-4ADB-B562-56D3D4B56A67}"/>
                </a:ext>
              </a:extLst>
            </p:cNvPr>
            <p:cNvSpPr/>
            <p:nvPr/>
          </p:nvSpPr>
          <p:spPr>
            <a:xfrm>
              <a:off x="5119688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32525B-0003-432D-9166-1162795E0796}"/>
                </a:ext>
              </a:extLst>
            </p:cNvPr>
            <p:cNvSpPr/>
            <p:nvPr/>
          </p:nvSpPr>
          <p:spPr>
            <a:xfrm>
              <a:off x="7281863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6918FB-0463-463A-B823-5A24B054D963}"/>
                </a:ext>
              </a:extLst>
            </p:cNvPr>
            <p:cNvSpPr/>
            <p:nvPr/>
          </p:nvSpPr>
          <p:spPr>
            <a:xfrm>
              <a:off x="9444038" y="941783"/>
              <a:ext cx="1921668" cy="11144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468039-82B8-4D62-A520-39440972D9A6}"/>
              </a:ext>
            </a:extLst>
          </p:cNvPr>
          <p:cNvSpPr/>
          <p:nvPr/>
        </p:nvSpPr>
        <p:spPr>
          <a:xfrm>
            <a:off x="2871788" y="684070"/>
            <a:ext cx="8591549" cy="1180449"/>
          </a:xfrm>
          <a:prstGeom prst="roundRect">
            <a:avLst>
              <a:gd name="adj" fmla="val 645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DAC723-6980-45C2-852C-408C77F672F7}"/>
              </a:ext>
            </a:extLst>
          </p:cNvPr>
          <p:cNvSpPr/>
          <p:nvPr/>
        </p:nvSpPr>
        <p:spPr>
          <a:xfrm>
            <a:off x="2871788" y="1936141"/>
            <a:ext cx="4250531" cy="1992922"/>
          </a:xfrm>
          <a:prstGeom prst="roundRect">
            <a:avLst>
              <a:gd name="adj" fmla="val 47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3974FB-05D0-43E8-91F0-58FEE15DF7A2}"/>
              </a:ext>
            </a:extLst>
          </p:cNvPr>
          <p:cNvSpPr/>
          <p:nvPr/>
        </p:nvSpPr>
        <p:spPr>
          <a:xfrm>
            <a:off x="2871788" y="4000685"/>
            <a:ext cx="4250531" cy="2527776"/>
          </a:xfrm>
          <a:prstGeom prst="roundRect">
            <a:avLst>
              <a:gd name="adj" fmla="val 47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CDB6EE-7161-439A-8B65-F74E52484A9D}"/>
              </a:ext>
            </a:extLst>
          </p:cNvPr>
          <p:cNvSpPr/>
          <p:nvPr/>
        </p:nvSpPr>
        <p:spPr>
          <a:xfrm>
            <a:off x="7174676" y="4000685"/>
            <a:ext cx="4288661" cy="2527776"/>
          </a:xfrm>
          <a:prstGeom prst="roundRect">
            <a:avLst>
              <a:gd name="adj" fmla="val 47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31242-180A-4CD4-B2BC-7A50FA423A10}"/>
              </a:ext>
            </a:extLst>
          </p:cNvPr>
          <p:cNvSpPr txBox="1"/>
          <p:nvPr/>
        </p:nvSpPr>
        <p:spPr>
          <a:xfrm>
            <a:off x="2871788" y="1950396"/>
            <a:ext cx="306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Orders by Category</a:t>
            </a:r>
            <a:endParaRPr lang="en-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155681-63A6-46CB-AB26-507D69992FE9}"/>
              </a:ext>
            </a:extLst>
          </p:cNvPr>
          <p:cNvSpPr txBox="1"/>
          <p:nvPr/>
        </p:nvSpPr>
        <p:spPr>
          <a:xfrm>
            <a:off x="3150394" y="1392510"/>
            <a:ext cx="15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Revenue</a:t>
            </a:r>
            <a:endParaRPr lang="en-N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F8CD23-DB26-4463-ACD3-B3D049B25F07}"/>
              </a:ext>
            </a:extLst>
          </p:cNvPr>
          <p:cNvSpPr txBox="1"/>
          <p:nvPr/>
        </p:nvSpPr>
        <p:spPr>
          <a:xfrm>
            <a:off x="5312213" y="1392510"/>
            <a:ext cx="15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 Orders</a:t>
            </a:r>
            <a:endParaRPr lang="en-N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AA89F3-44BC-4AC3-802F-C3D5373638E2}"/>
              </a:ext>
            </a:extLst>
          </p:cNvPr>
          <p:cNvSpPr txBox="1"/>
          <p:nvPr/>
        </p:nvSpPr>
        <p:spPr>
          <a:xfrm>
            <a:off x="7464507" y="1392510"/>
            <a:ext cx="1535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Discount</a:t>
            </a:r>
            <a:endParaRPr lang="en-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761FAA-0FE8-4601-8C6F-D31AF4D715B2}"/>
              </a:ext>
            </a:extLst>
          </p:cNvPr>
          <p:cNvSpPr txBox="1"/>
          <p:nvPr/>
        </p:nvSpPr>
        <p:spPr>
          <a:xfrm>
            <a:off x="9515475" y="1388921"/>
            <a:ext cx="177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Avg. Order Value</a:t>
            </a:r>
            <a:endParaRPr lang="en-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1A89EB-5BE6-4186-930C-6D35E07C07D2}"/>
              </a:ext>
            </a:extLst>
          </p:cNvPr>
          <p:cNvSpPr txBox="1"/>
          <p:nvPr/>
        </p:nvSpPr>
        <p:spPr>
          <a:xfrm>
            <a:off x="2871788" y="4000685"/>
            <a:ext cx="280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Discount % vs Final Price</a:t>
            </a:r>
            <a:endParaRPr lang="en-N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46E0D-8FE1-4B7D-8AF0-1B0B72ABABC0}"/>
              </a:ext>
            </a:extLst>
          </p:cNvPr>
          <p:cNvSpPr txBox="1"/>
          <p:nvPr/>
        </p:nvSpPr>
        <p:spPr>
          <a:xfrm>
            <a:off x="7167562" y="4000685"/>
            <a:ext cx="303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Avg. Discount % by Category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4755C06-4314-4EDD-B27B-59599A417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09" y="5504233"/>
            <a:ext cx="740729" cy="92106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0958E4A-A38C-4818-9E28-99CB05EBCE9D}"/>
              </a:ext>
            </a:extLst>
          </p:cNvPr>
          <p:cNvSpPr txBox="1"/>
          <p:nvPr/>
        </p:nvSpPr>
        <p:spPr>
          <a:xfrm>
            <a:off x="1583517" y="5421454"/>
            <a:ext cx="12287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Nurudeen O.</a:t>
            </a:r>
            <a:br>
              <a:rPr lang="en-US" sz="1500" dirty="0"/>
            </a:br>
            <a:r>
              <a:rPr lang="en-US" sz="1500" dirty="0"/>
              <a:t>Data Analyst</a:t>
            </a:r>
            <a:endParaRPr lang="en-NG" sz="15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12CB129-B26C-465E-9F5F-68A216900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073" y="5857553"/>
            <a:ext cx="609685" cy="60968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4ABD4B0-C016-4026-A95C-507D728B7202}"/>
              </a:ext>
            </a:extLst>
          </p:cNvPr>
          <p:cNvSpPr txBox="1"/>
          <p:nvPr/>
        </p:nvSpPr>
        <p:spPr>
          <a:xfrm>
            <a:off x="4879181" y="233021"/>
            <a:ext cx="49586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alpha val="75000"/>
                  </a:schemeClr>
                </a:solidFill>
              </a:rPr>
              <a:t>Discount Analysis &amp; Customer Behavior</a:t>
            </a:r>
          </a:p>
          <a:p>
            <a:endParaRPr lang="en-NG" sz="240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7D747F-5E4D-4EE8-987F-E4C400852FAD}"/>
              </a:ext>
            </a:extLst>
          </p:cNvPr>
          <p:cNvSpPr/>
          <p:nvPr/>
        </p:nvSpPr>
        <p:spPr>
          <a:xfrm>
            <a:off x="7193740" y="1936141"/>
            <a:ext cx="4250531" cy="1992922"/>
          </a:xfrm>
          <a:prstGeom prst="roundRect">
            <a:avLst>
              <a:gd name="adj" fmla="val 47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39B3E0-9413-438B-B802-6F715F1BC411}"/>
              </a:ext>
            </a:extLst>
          </p:cNvPr>
          <p:cNvSpPr txBox="1"/>
          <p:nvPr/>
        </p:nvSpPr>
        <p:spPr>
          <a:xfrm>
            <a:off x="7198488" y="1956193"/>
            <a:ext cx="306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Orders by Month</a:t>
            </a:r>
            <a:endParaRPr lang="en-NG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A7EA103-8CC8-4B78-B081-871F21478F44}"/>
              </a:ext>
            </a:extLst>
          </p:cNvPr>
          <p:cNvSpPr/>
          <p:nvPr/>
        </p:nvSpPr>
        <p:spPr>
          <a:xfrm>
            <a:off x="3263627" y="1148045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F2A5E85-FC02-4A6A-B237-89A693783335}"/>
              </a:ext>
            </a:extLst>
          </p:cNvPr>
          <p:cNvSpPr/>
          <p:nvPr/>
        </p:nvSpPr>
        <p:spPr>
          <a:xfrm>
            <a:off x="7561504" y="1148044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002E452-8A29-42DA-8B06-FC00673F073B}"/>
              </a:ext>
            </a:extLst>
          </p:cNvPr>
          <p:cNvSpPr/>
          <p:nvPr/>
        </p:nvSpPr>
        <p:spPr>
          <a:xfrm>
            <a:off x="5425044" y="1148044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EE807C-50A0-4443-BFDD-0DABDC38B4C1}"/>
              </a:ext>
            </a:extLst>
          </p:cNvPr>
          <p:cNvSpPr txBox="1"/>
          <p:nvPr/>
        </p:nvSpPr>
        <p:spPr>
          <a:xfrm>
            <a:off x="3986212" y="1148045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CBCEDA-71B0-4603-8C91-3E33F15B88B8}"/>
              </a:ext>
            </a:extLst>
          </p:cNvPr>
          <p:cNvSpPr txBox="1"/>
          <p:nvPr/>
        </p:nvSpPr>
        <p:spPr>
          <a:xfrm>
            <a:off x="8300326" y="1150914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4DC14B-01E9-4218-B8A0-466B1802519D}"/>
              </a:ext>
            </a:extLst>
          </p:cNvPr>
          <p:cNvSpPr txBox="1"/>
          <p:nvPr/>
        </p:nvSpPr>
        <p:spPr>
          <a:xfrm>
            <a:off x="6128426" y="1150915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F1F8A6B-7BBA-49E6-8703-CA57560109BF}"/>
              </a:ext>
            </a:extLst>
          </p:cNvPr>
          <p:cNvSpPr/>
          <p:nvPr/>
        </p:nvSpPr>
        <p:spPr>
          <a:xfrm>
            <a:off x="9733916" y="1148044"/>
            <a:ext cx="1341912" cy="302821"/>
          </a:xfrm>
          <a:prstGeom prst="round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F13B84-2E1E-4FD7-A7B7-725D3C3D1337}"/>
              </a:ext>
            </a:extLst>
          </p:cNvPr>
          <p:cNvSpPr txBox="1"/>
          <p:nvPr/>
        </p:nvSpPr>
        <p:spPr>
          <a:xfrm>
            <a:off x="10460515" y="1143358"/>
            <a:ext cx="70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Vs PM</a:t>
            </a:r>
            <a:endParaRPr lang="en-NG" sz="1400" b="1" dirty="0"/>
          </a:p>
        </p:txBody>
      </p:sp>
    </p:spTree>
    <p:extLst>
      <p:ext uri="{BB962C8B-B14F-4D97-AF65-F5344CB8AC3E}">
        <p14:creationId xmlns:p14="http://schemas.microsoft.com/office/powerpoint/2010/main" val="2259482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86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Nurudeen Muraina</dc:creator>
  <cp:lastModifiedBy>Nurudeen Muraina</cp:lastModifiedBy>
  <cp:revision>12</cp:revision>
  <dcterms:created xsi:type="dcterms:W3CDTF">2026-05-08T17:53:12Z</dcterms:created>
  <dcterms:modified xsi:type="dcterms:W3CDTF">2026-05-13T19:22:02Z</dcterms:modified>
</cp:coreProperties>
</file>